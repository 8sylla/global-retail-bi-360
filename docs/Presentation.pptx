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" y="0"/>
            <a:ext cx="18287105" cy="10287000"/>
          </a:xfrm>
          <a:custGeom>
            <a:avLst/>
            <a:gdLst/>
            <a:ahLst/>
            <a:cxnLst/>
            <a:rect r="r" b="b" t="t" l="l"/>
            <a:pathLst>
              <a:path h="10287000" w="18287105">
                <a:moveTo>
                  <a:pt x="0" y="0"/>
                </a:moveTo>
                <a:lnTo>
                  <a:pt x="18287105" y="0"/>
                </a:lnTo>
                <a:lnTo>
                  <a:pt x="182871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" y="0"/>
            <a:ext cx="18287105" cy="10287000"/>
          </a:xfrm>
          <a:custGeom>
            <a:avLst/>
            <a:gdLst/>
            <a:ahLst/>
            <a:cxnLst/>
            <a:rect r="r" b="b" t="t" l="l"/>
            <a:pathLst>
              <a:path h="10287000" w="18287105">
                <a:moveTo>
                  <a:pt x="0" y="0"/>
                </a:moveTo>
                <a:lnTo>
                  <a:pt x="18287105" y="0"/>
                </a:lnTo>
                <a:lnTo>
                  <a:pt x="182871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7" r="-4" b="-733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" y="0"/>
            <a:ext cx="18287105" cy="10287000"/>
          </a:xfrm>
          <a:custGeom>
            <a:avLst/>
            <a:gdLst/>
            <a:ahLst/>
            <a:cxnLst/>
            <a:rect r="r" b="b" t="t" l="l"/>
            <a:pathLst>
              <a:path h="10287000" w="18287105">
                <a:moveTo>
                  <a:pt x="0" y="0"/>
                </a:moveTo>
                <a:lnTo>
                  <a:pt x="18287105" y="0"/>
                </a:lnTo>
                <a:lnTo>
                  <a:pt x="182871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78360" y="3141116"/>
            <a:ext cx="9305925" cy="3867150"/>
          </a:xfrm>
          <a:custGeom>
            <a:avLst/>
            <a:gdLst/>
            <a:ahLst/>
            <a:cxnLst/>
            <a:rect r="r" b="b" t="t" l="l"/>
            <a:pathLst>
              <a:path h="3867150" w="9305925">
                <a:moveTo>
                  <a:pt x="0" y="0"/>
                </a:moveTo>
                <a:lnTo>
                  <a:pt x="9305925" y="0"/>
                </a:lnTo>
                <a:lnTo>
                  <a:pt x="930592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493" t="0" r="-55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78360" y="0"/>
            <a:ext cx="9305925" cy="3143250"/>
          </a:xfrm>
          <a:custGeom>
            <a:avLst/>
            <a:gdLst/>
            <a:ahLst/>
            <a:cxnLst/>
            <a:rect r="r" b="b" t="t" l="l"/>
            <a:pathLst>
              <a:path h="3143250" w="9305925">
                <a:moveTo>
                  <a:pt x="0" y="0"/>
                </a:moveTo>
                <a:lnTo>
                  <a:pt x="9305925" y="0"/>
                </a:lnTo>
                <a:lnTo>
                  <a:pt x="9305925" y="3143250"/>
                </a:lnTo>
                <a:lnTo>
                  <a:pt x="0" y="3143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830" r="0" b="-932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78360" y="6863124"/>
            <a:ext cx="9305925" cy="3419475"/>
          </a:xfrm>
          <a:custGeom>
            <a:avLst/>
            <a:gdLst/>
            <a:ahLst/>
            <a:cxnLst/>
            <a:rect r="r" b="b" t="t" l="l"/>
            <a:pathLst>
              <a:path h="3419475" w="9305925">
                <a:moveTo>
                  <a:pt x="0" y="0"/>
                </a:moveTo>
                <a:lnTo>
                  <a:pt x="9305925" y="0"/>
                </a:lnTo>
                <a:lnTo>
                  <a:pt x="9305925" y="3419475"/>
                </a:lnTo>
                <a:lnTo>
                  <a:pt x="0" y="3419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13" t="0" r="-1556" b="-891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" y="0"/>
            <a:ext cx="18287105" cy="10287000"/>
          </a:xfrm>
          <a:custGeom>
            <a:avLst/>
            <a:gdLst/>
            <a:ahLst/>
            <a:cxnLst/>
            <a:rect r="r" b="b" t="t" l="l"/>
            <a:pathLst>
              <a:path h="10287000" w="18287105">
                <a:moveTo>
                  <a:pt x="0" y="0"/>
                </a:moveTo>
                <a:lnTo>
                  <a:pt x="18287105" y="0"/>
                </a:lnTo>
                <a:lnTo>
                  <a:pt x="182871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" y="0"/>
            <a:ext cx="18287105" cy="10287000"/>
          </a:xfrm>
          <a:custGeom>
            <a:avLst/>
            <a:gdLst/>
            <a:ahLst/>
            <a:cxnLst/>
            <a:rect r="r" b="b" t="t" l="l"/>
            <a:pathLst>
              <a:path h="10287000" w="18287105">
                <a:moveTo>
                  <a:pt x="0" y="0"/>
                </a:moveTo>
                <a:lnTo>
                  <a:pt x="18287105" y="0"/>
                </a:lnTo>
                <a:lnTo>
                  <a:pt x="182871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" y="0"/>
            <a:ext cx="18287105" cy="10287000"/>
          </a:xfrm>
          <a:custGeom>
            <a:avLst/>
            <a:gdLst/>
            <a:ahLst/>
            <a:cxnLst/>
            <a:rect r="r" b="b" t="t" l="l"/>
            <a:pathLst>
              <a:path h="10287000" w="18287105">
                <a:moveTo>
                  <a:pt x="0" y="0"/>
                </a:moveTo>
                <a:lnTo>
                  <a:pt x="18287105" y="0"/>
                </a:lnTo>
                <a:lnTo>
                  <a:pt x="182871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895" y="3883857"/>
            <a:ext cx="8534400" cy="4457700"/>
          </a:xfrm>
          <a:custGeom>
            <a:avLst/>
            <a:gdLst/>
            <a:ahLst/>
            <a:cxnLst/>
            <a:rect r="r" b="b" t="t" l="l"/>
            <a:pathLst>
              <a:path h="4457700" w="8534400">
                <a:moveTo>
                  <a:pt x="0" y="0"/>
                </a:moveTo>
                <a:lnTo>
                  <a:pt x="8534400" y="0"/>
                </a:lnTo>
                <a:lnTo>
                  <a:pt x="8534400" y="4457700"/>
                </a:lnTo>
                <a:lnTo>
                  <a:pt x="0" y="445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79837" y="3190580"/>
            <a:ext cx="10306050" cy="695325"/>
          </a:xfrm>
          <a:custGeom>
            <a:avLst/>
            <a:gdLst/>
            <a:ahLst/>
            <a:cxnLst/>
            <a:rect r="r" b="b" t="t" l="l"/>
            <a:pathLst>
              <a:path h="695325" w="10306050">
                <a:moveTo>
                  <a:pt x="0" y="0"/>
                </a:moveTo>
                <a:lnTo>
                  <a:pt x="10306050" y="0"/>
                </a:lnTo>
                <a:lnTo>
                  <a:pt x="10306050" y="695325"/>
                </a:lnTo>
                <a:lnTo>
                  <a:pt x="0" y="69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621" b="-19726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" y="0"/>
            <a:ext cx="18287105" cy="10287000"/>
          </a:xfrm>
          <a:custGeom>
            <a:avLst/>
            <a:gdLst/>
            <a:ahLst/>
            <a:cxnLst/>
            <a:rect r="r" b="b" t="t" l="l"/>
            <a:pathLst>
              <a:path h="10287000" w="18287105">
                <a:moveTo>
                  <a:pt x="0" y="0"/>
                </a:moveTo>
                <a:lnTo>
                  <a:pt x="18287105" y="0"/>
                </a:lnTo>
                <a:lnTo>
                  <a:pt x="182871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5" y="599846"/>
            <a:ext cx="9315450" cy="9039225"/>
          </a:xfrm>
          <a:custGeom>
            <a:avLst/>
            <a:gdLst/>
            <a:ahLst/>
            <a:cxnLst/>
            <a:rect r="r" b="b" t="t" l="l"/>
            <a:pathLst>
              <a:path h="9039225" w="9315450">
                <a:moveTo>
                  <a:pt x="0" y="0"/>
                </a:moveTo>
                <a:lnTo>
                  <a:pt x="9315450" y="0"/>
                </a:lnTo>
                <a:lnTo>
                  <a:pt x="9315450" y="9039225"/>
                </a:lnTo>
                <a:lnTo>
                  <a:pt x="0" y="9039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1" t="-3227" r="-552" b="-38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" y="0"/>
            <a:ext cx="18287105" cy="10287000"/>
          </a:xfrm>
          <a:custGeom>
            <a:avLst/>
            <a:gdLst/>
            <a:ahLst/>
            <a:cxnLst/>
            <a:rect r="r" b="b" t="t" l="l"/>
            <a:pathLst>
              <a:path h="10287000" w="18287105">
                <a:moveTo>
                  <a:pt x="0" y="0"/>
                </a:moveTo>
                <a:lnTo>
                  <a:pt x="18287105" y="0"/>
                </a:lnTo>
                <a:lnTo>
                  <a:pt x="182871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45057" y="3290583"/>
            <a:ext cx="8658225" cy="4762500"/>
          </a:xfrm>
          <a:custGeom>
            <a:avLst/>
            <a:gdLst/>
            <a:ahLst/>
            <a:cxnLst/>
            <a:rect r="r" b="b" t="t" l="l"/>
            <a:pathLst>
              <a:path h="4762500" w="8658225">
                <a:moveTo>
                  <a:pt x="0" y="0"/>
                </a:moveTo>
                <a:lnTo>
                  <a:pt x="8658225" y="0"/>
                </a:lnTo>
                <a:lnTo>
                  <a:pt x="8658225" y="4762500"/>
                </a:lnTo>
                <a:lnTo>
                  <a:pt x="0" y="476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97989" y="805015"/>
            <a:ext cx="9690011" cy="2486025"/>
          </a:xfrm>
          <a:custGeom>
            <a:avLst/>
            <a:gdLst/>
            <a:ahLst/>
            <a:cxnLst/>
            <a:rect r="r" b="b" t="t" l="l"/>
            <a:pathLst>
              <a:path h="2486025" w="9690011">
                <a:moveTo>
                  <a:pt x="0" y="0"/>
                </a:moveTo>
                <a:lnTo>
                  <a:pt x="9690011" y="0"/>
                </a:lnTo>
                <a:lnTo>
                  <a:pt x="9690011" y="2486025"/>
                </a:lnTo>
                <a:lnTo>
                  <a:pt x="0" y="2486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07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8055388"/>
            <a:ext cx="9144000" cy="2231612"/>
          </a:xfrm>
          <a:custGeom>
            <a:avLst/>
            <a:gdLst/>
            <a:ahLst/>
            <a:cxnLst/>
            <a:rect r="r" b="b" t="t" l="l"/>
            <a:pathLst>
              <a:path h="2231612" w="9144000">
                <a:moveTo>
                  <a:pt x="0" y="0"/>
                </a:moveTo>
                <a:lnTo>
                  <a:pt x="9144000" y="0"/>
                </a:lnTo>
                <a:lnTo>
                  <a:pt x="9144000" y="2231612"/>
                </a:lnTo>
                <a:lnTo>
                  <a:pt x="0" y="2231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7708" b="-1140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" y="0"/>
            <a:ext cx="18287105" cy="10287000"/>
          </a:xfrm>
          <a:custGeom>
            <a:avLst/>
            <a:gdLst/>
            <a:ahLst/>
            <a:cxnLst/>
            <a:rect r="r" b="b" t="t" l="l"/>
            <a:pathLst>
              <a:path h="10287000" w="18287105">
                <a:moveTo>
                  <a:pt x="0" y="0"/>
                </a:moveTo>
                <a:lnTo>
                  <a:pt x="18287105" y="0"/>
                </a:lnTo>
                <a:lnTo>
                  <a:pt x="182871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577" y="3517478"/>
            <a:ext cx="8629650" cy="4667250"/>
          </a:xfrm>
          <a:custGeom>
            <a:avLst/>
            <a:gdLst/>
            <a:ahLst/>
            <a:cxnLst/>
            <a:rect r="r" b="b" t="t" l="l"/>
            <a:pathLst>
              <a:path h="4667250" w="8629650">
                <a:moveTo>
                  <a:pt x="0" y="0"/>
                </a:moveTo>
                <a:lnTo>
                  <a:pt x="8629650" y="0"/>
                </a:lnTo>
                <a:lnTo>
                  <a:pt x="8629650" y="4667250"/>
                </a:lnTo>
                <a:lnTo>
                  <a:pt x="0" y="4667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" y="0"/>
            <a:ext cx="18287105" cy="10287000"/>
          </a:xfrm>
          <a:custGeom>
            <a:avLst/>
            <a:gdLst/>
            <a:ahLst/>
            <a:cxnLst/>
            <a:rect r="r" b="b" t="t" l="l"/>
            <a:pathLst>
              <a:path h="10287000" w="18287105">
                <a:moveTo>
                  <a:pt x="0" y="0"/>
                </a:moveTo>
                <a:lnTo>
                  <a:pt x="18287105" y="0"/>
                </a:lnTo>
                <a:lnTo>
                  <a:pt x="182871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" y="0"/>
            <a:ext cx="18287105" cy="10287000"/>
          </a:xfrm>
          <a:custGeom>
            <a:avLst/>
            <a:gdLst/>
            <a:ahLst/>
            <a:cxnLst/>
            <a:rect r="r" b="b" t="t" l="l"/>
            <a:pathLst>
              <a:path h="10287000" w="18287105">
                <a:moveTo>
                  <a:pt x="0" y="0"/>
                </a:moveTo>
                <a:lnTo>
                  <a:pt x="18287105" y="0"/>
                </a:lnTo>
                <a:lnTo>
                  <a:pt x="182871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DAG-hVG6HzU</dc:identifier>
  <dcterms:modified xsi:type="dcterms:W3CDTF">2011-08-01T06:04:30Z</dcterms:modified>
  <cp:revision>1</cp:revision>
</cp:coreProperties>
</file>